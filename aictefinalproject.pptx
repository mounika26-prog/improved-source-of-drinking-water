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310" r:id="rId10"/>
    <p:sldId id="298" r:id="rId11"/>
    <p:sldId id="299" r:id="rId12"/>
    <p:sldId id="300" r:id="rId13"/>
    <p:sldId id="301" r:id="rId14"/>
    <p:sldId id="302" r:id="rId15"/>
    <p:sldId id="303" r:id="rId16"/>
    <p:sldId id="311"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D632AB-98A3-4159-8D5F-E2DE827452BB}" v="17" dt="2026-09-11T14:15:23.93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nika Rajala" userId="4c925c4feb373763" providerId="LiveId" clId="{31BD546B-15FE-4B71-8133-18583C01F3EE}"/>
    <pc:docChg chg="custSel addSld delSld modSld">
      <pc:chgData name="Mounika Rajala" userId="4c925c4feb373763" providerId="LiveId" clId="{31BD546B-15FE-4B71-8133-18583C01F3EE}" dt="2026-09-11T14:20:15.876" v="353" actId="20577"/>
      <pc:docMkLst>
        <pc:docMk/>
      </pc:docMkLst>
      <pc:sldChg chg="addSp delSp modSp mod">
        <pc:chgData name="Mounika Rajala" userId="4c925c4feb373763" providerId="LiveId" clId="{31BD546B-15FE-4B71-8133-18583C01F3EE}" dt="2026-09-11T14:20:15.876" v="353" actId="20577"/>
        <pc:sldMkLst>
          <pc:docMk/>
          <pc:sldMk cId="952317876" sldId="291"/>
        </pc:sldMkLst>
        <pc:spChg chg="del mod">
          <ac:chgData name="Mounika Rajala" userId="4c925c4feb373763" providerId="LiveId" clId="{31BD546B-15FE-4B71-8133-18583C01F3EE}" dt="2026-09-11T14:18:59.052" v="339"/>
          <ac:spMkLst>
            <pc:docMk/>
            <pc:sldMk cId="952317876" sldId="291"/>
            <ac:spMk id="3" creationId="{B0B023FA-CFEB-ACE9-8425-7E72E307CDC5}"/>
          </ac:spMkLst>
        </pc:spChg>
        <pc:spChg chg="mod">
          <ac:chgData name="Mounika Rajala" userId="4c925c4feb373763" providerId="LiveId" clId="{31BD546B-15FE-4B71-8133-18583C01F3EE}" dt="2026-09-11T14:19:24.184" v="341" actId="255"/>
          <ac:spMkLst>
            <pc:docMk/>
            <pc:sldMk cId="952317876" sldId="291"/>
            <ac:spMk id="4" creationId="{A828B9EF-C084-F5D4-CA27-75AF7D995640}"/>
          </ac:spMkLst>
        </pc:spChg>
        <pc:spChg chg="mod">
          <ac:chgData name="Mounika Rajala" userId="4c925c4feb373763" providerId="LiveId" clId="{31BD546B-15FE-4B71-8133-18583C01F3EE}" dt="2026-09-11T14:17:45.061" v="330" actId="255"/>
          <ac:spMkLst>
            <pc:docMk/>
            <pc:sldMk cId="952317876" sldId="291"/>
            <ac:spMk id="7" creationId="{3D723CA3-EC2D-165A-F109-3759C4E9C8A4}"/>
          </ac:spMkLst>
        </pc:spChg>
        <pc:graphicFrameChg chg="mod modGraphic">
          <ac:chgData name="Mounika Rajala" userId="4c925c4feb373763" providerId="LiveId" clId="{31BD546B-15FE-4B71-8133-18583C01F3EE}" dt="2026-09-11T14:20:15.876" v="353" actId="20577"/>
          <ac:graphicFrameMkLst>
            <pc:docMk/>
            <pc:sldMk cId="952317876" sldId="291"/>
            <ac:graphicFrameMk id="96" creationId="{00000000-0000-0000-0000-000000000000}"/>
          </ac:graphicFrameMkLst>
        </pc:graphicFrameChg>
        <pc:picChg chg="add mod">
          <ac:chgData name="Mounika Rajala" userId="4c925c4feb373763" providerId="LiveId" clId="{31BD546B-15FE-4B71-8133-18583C01F3EE}" dt="2026-09-11T14:20:09.359" v="352" actId="14100"/>
          <ac:picMkLst>
            <pc:docMk/>
            <pc:sldMk cId="952317876" sldId="291"/>
            <ac:picMk id="5" creationId="{27042D80-74FC-EDDB-C1FA-BC74D0FD152F}"/>
          </ac:picMkLst>
        </pc:picChg>
        <pc:picChg chg="del">
          <ac:chgData name="Mounika Rajala" userId="4c925c4feb373763" providerId="LiveId" clId="{31BD546B-15FE-4B71-8133-18583C01F3EE}" dt="2026-09-11T12:47:42.039" v="107" actId="478"/>
          <ac:picMkLst>
            <pc:docMk/>
            <pc:sldMk cId="952317876" sldId="291"/>
            <ac:picMk id="98" creationId="{00000000-0000-0000-0000-000000000000}"/>
          </ac:picMkLst>
        </pc:picChg>
      </pc:sldChg>
      <pc:sldChg chg="modSp mod">
        <pc:chgData name="Mounika Rajala" userId="4c925c4feb373763" providerId="LiveId" clId="{31BD546B-15FE-4B71-8133-18583C01F3EE}" dt="2026-09-11T12:57:10.538" v="151" actId="255"/>
        <pc:sldMkLst>
          <pc:docMk/>
          <pc:sldMk cId="261653373" sldId="292"/>
        </pc:sldMkLst>
        <pc:spChg chg="mod">
          <ac:chgData name="Mounika Rajala" userId="4c925c4feb373763" providerId="LiveId" clId="{31BD546B-15FE-4B71-8133-18583C01F3EE}" dt="2026-09-11T12:57:10.538" v="151" actId="255"/>
          <ac:spMkLst>
            <pc:docMk/>
            <pc:sldMk cId="261653373" sldId="292"/>
            <ac:spMk id="2" creationId="{C6F6745E-14BA-0766-CE1E-32E29663832D}"/>
          </ac:spMkLst>
        </pc:spChg>
      </pc:sldChg>
      <pc:sldChg chg="modSp mod">
        <pc:chgData name="Mounika Rajala" userId="4c925c4feb373763" providerId="LiveId" clId="{31BD546B-15FE-4B71-8133-18583C01F3EE}" dt="2026-09-11T12:59:30.935" v="159"/>
        <pc:sldMkLst>
          <pc:docMk/>
          <pc:sldMk cId="619459906" sldId="293"/>
        </pc:sldMkLst>
        <pc:spChg chg="mod">
          <ac:chgData name="Mounika Rajala" userId="4c925c4feb373763" providerId="LiveId" clId="{31BD546B-15FE-4B71-8133-18583C01F3EE}" dt="2026-09-11T12:59:30.935" v="159"/>
          <ac:spMkLst>
            <pc:docMk/>
            <pc:sldMk cId="619459906" sldId="293"/>
            <ac:spMk id="2" creationId="{4A1BF701-ABCA-4DF0-8330-B6AF71EF8E39}"/>
          </ac:spMkLst>
        </pc:spChg>
      </pc:sldChg>
      <pc:sldChg chg="modSp mod">
        <pc:chgData name="Mounika Rajala" userId="4c925c4feb373763" providerId="LiveId" clId="{31BD546B-15FE-4B71-8133-18583C01F3EE}" dt="2026-09-11T13:03:40.907" v="163" actId="313"/>
        <pc:sldMkLst>
          <pc:docMk/>
          <pc:sldMk cId="443603904" sldId="294"/>
        </pc:sldMkLst>
        <pc:spChg chg="mod">
          <ac:chgData name="Mounika Rajala" userId="4c925c4feb373763" providerId="LiveId" clId="{31BD546B-15FE-4B71-8133-18583C01F3EE}" dt="2026-09-11T13:03:40.907" v="163" actId="313"/>
          <ac:spMkLst>
            <pc:docMk/>
            <pc:sldMk cId="443603904" sldId="294"/>
            <ac:spMk id="3" creationId="{4A7608B5-9906-EFCF-959A-E89FC2E3EE19}"/>
          </ac:spMkLst>
        </pc:spChg>
      </pc:sldChg>
      <pc:sldChg chg="addSp delSp modSp mod">
        <pc:chgData name="Mounika Rajala" userId="4c925c4feb373763" providerId="LiveId" clId="{31BD546B-15FE-4B71-8133-18583C01F3EE}" dt="2026-09-11T13:20:02.524" v="169" actId="14100"/>
        <pc:sldMkLst>
          <pc:docMk/>
          <pc:sldMk cId="3114963633" sldId="295"/>
        </pc:sldMkLst>
        <pc:picChg chg="add mod">
          <ac:chgData name="Mounika Rajala" userId="4c925c4feb373763" providerId="LiveId" clId="{31BD546B-15FE-4B71-8133-18583C01F3EE}" dt="2026-09-11T13:20:02.524" v="169" actId="14100"/>
          <ac:picMkLst>
            <pc:docMk/>
            <pc:sldMk cId="3114963633" sldId="295"/>
            <ac:picMk id="3" creationId="{A720FFB6-C0DC-83BA-A5CA-F9641EFC15AC}"/>
          </ac:picMkLst>
        </pc:picChg>
        <pc:picChg chg="del">
          <ac:chgData name="Mounika Rajala" userId="4c925c4feb373763" providerId="LiveId" clId="{31BD546B-15FE-4B71-8133-18583C01F3EE}" dt="2026-09-11T13:05:59.712" v="164" actId="478"/>
          <ac:picMkLst>
            <pc:docMk/>
            <pc:sldMk cId="3114963633" sldId="295"/>
            <ac:picMk id="4" creationId="{F1332F3F-EEF3-260F-52BA-62370775058E}"/>
          </ac:picMkLst>
        </pc:picChg>
      </pc:sldChg>
      <pc:sldChg chg="addSp delSp modSp mod">
        <pc:chgData name="Mounika Rajala" userId="4c925c4feb373763" providerId="LiveId" clId="{31BD546B-15FE-4B71-8133-18583C01F3EE}" dt="2026-09-11T13:21:31.452" v="174" actId="14100"/>
        <pc:sldMkLst>
          <pc:docMk/>
          <pc:sldMk cId="1316545553" sldId="296"/>
        </pc:sldMkLst>
        <pc:picChg chg="del">
          <ac:chgData name="Mounika Rajala" userId="4c925c4feb373763" providerId="LiveId" clId="{31BD546B-15FE-4B71-8133-18583C01F3EE}" dt="2026-09-11T13:21:07.321" v="170" actId="478"/>
          <ac:picMkLst>
            <pc:docMk/>
            <pc:sldMk cId="1316545553" sldId="296"/>
            <ac:picMk id="4" creationId="{26AE77B4-704A-3A83-DF19-A19BAD53F97B}"/>
          </ac:picMkLst>
        </pc:picChg>
        <pc:picChg chg="add mod">
          <ac:chgData name="Mounika Rajala" userId="4c925c4feb373763" providerId="LiveId" clId="{31BD546B-15FE-4B71-8133-18583C01F3EE}" dt="2026-09-11T13:21:31.452" v="174" actId="14100"/>
          <ac:picMkLst>
            <pc:docMk/>
            <pc:sldMk cId="1316545553" sldId="296"/>
            <ac:picMk id="5" creationId="{62002580-89A5-0654-1BC1-E4B1ED3CCCC2}"/>
          </ac:picMkLst>
        </pc:picChg>
      </pc:sldChg>
      <pc:sldChg chg="addSp delSp modSp mod">
        <pc:chgData name="Mounika Rajala" userId="4c925c4feb373763" providerId="LiveId" clId="{31BD546B-15FE-4B71-8133-18583C01F3EE}" dt="2026-09-11T13:23:14.709" v="186" actId="14100"/>
        <pc:sldMkLst>
          <pc:docMk/>
          <pc:sldMk cId="232371894" sldId="297"/>
        </pc:sldMkLst>
        <pc:picChg chg="add mod">
          <ac:chgData name="Mounika Rajala" userId="4c925c4feb373763" providerId="LiveId" clId="{31BD546B-15FE-4B71-8133-18583C01F3EE}" dt="2026-09-11T13:22:15.650" v="179" actId="14100"/>
          <ac:picMkLst>
            <pc:docMk/>
            <pc:sldMk cId="232371894" sldId="297"/>
            <ac:picMk id="3" creationId="{CC87B53C-F79B-C1B3-D63E-EBA4CE070600}"/>
          </ac:picMkLst>
        </pc:picChg>
        <pc:picChg chg="del">
          <ac:chgData name="Mounika Rajala" userId="4c925c4feb373763" providerId="LiveId" clId="{31BD546B-15FE-4B71-8133-18583C01F3EE}" dt="2026-09-11T13:21:38.770" v="175" actId="478"/>
          <ac:picMkLst>
            <pc:docMk/>
            <pc:sldMk cId="232371894" sldId="297"/>
            <ac:picMk id="5" creationId="{433A290A-6680-D490-E6D4-9336496B1C34}"/>
          </ac:picMkLst>
        </pc:picChg>
        <pc:picChg chg="add mod">
          <ac:chgData name="Mounika Rajala" userId="4c925c4feb373763" providerId="LiveId" clId="{31BD546B-15FE-4B71-8133-18583C01F3EE}" dt="2026-09-11T13:23:14.709" v="186" actId="14100"/>
          <ac:picMkLst>
            <pc:docMk/>
            <pc:sldMk cId="232371894" sldId="297"/>
            <ac:picMk id="6" creationId="{89A59A08-FA57-8B91-C7AF-7656823090D1}"/>
          </ac:picMkLst>
        </pc:picChg>
      </pc:sldChg>
      <pc:sldChg chg="addSp delSp modSp mod">
        <pc:chgData name="Mounika Rajala" userId="4c925c4feb373763" providerId="LiveId" clId="{31BD546B-15FE-4B71-8133-18583C01F3EE}" dt="2026-09-11T13:44:40.190" v="231" actId="14100"/>
        <pc:sldMkLst>
          <pc:docMk/>
          <pc:sldMk cId="445195169" sldId="298"/>
        </pc:sldMkLst>
        <pc:picChg chg="add del mod">
          <ac:chgData name="Mounika Rajala" userId="4c925c4feb373763" providerId="LiveId" clId="{31BD546B-15FE-4B71-8133-18583C01F3EE}" dt="2026-09-11T13:34:08.102" v="226" actId="478"/>
          <ac:picMkLst>
            <pc:docMk/>
            <pc:sldMk cId="445195169" sldId="298"/>
            <ac:picMk id="4" creationId="{83897EE0-8173-463F-14C8-2BD07287C451}"/>
          </ac:picMkLst>
        </pc:picChg>
        <pc:picChg chg="del">
          <ac:chgData name="Mounika Rajala" userId="4c925c4feb373763" providerId="LiveId" clId="{31BD546B-15FE-4B71-8133-18583C01F3EE}" dt="2026-09-11T13:32:52.104" v="221" actId="478"/>
          <ac:picMkLst>
            <pc:docMk/>
            <pc:sldMk cId="445195169" sldId="298"/>
            <ac:picMk id="5" creationId="{6697535D-EBF5-41DE-E93B-760133BF95C6}"/>
          </ac:picMkLst>
        </pc:picChg>
        <pc:picChg chg="add del mod">
          <ac:chgData name="Mounika Rajala" userId="4c925c4feb373763" providerId="LiveId" clId="{31BD546B-15FE-4B71-8133-18583C01F3EE}" dt="2026-09-11T13:43:08.136" v="228" actId="478"/>
          <ac:picMkLst>
            <pc:docMk/>
            <pc:sldMk cId="445195169" sldId="298"/>
            <ac:picMk id="7" creationId="{6A851585-B414-B528-EA91-32F66096EE8E}"/>
          </ac:picMkLst>
        </pc:picChg>
        <pc:picChg chg="add mod">
          <ac:chgData name="Mounika Rajala" userId="4c925c4feb373763" providerId="LiveId" clId="{31BD546B-15FE-4B71-8133-18583C01F3EE}" dt="2026-09-11T13:44:40.190" v="231" actId="14100"/>
          <ac:picMkLst>
            <pc:docMk/>
            <pc:sldMk cId="445195169" sldId="298"/>
            <ac:picMk id="9" creationId="{CAE740A2-C311-ACDB-2C41-0C122221E56F}"/>
          </ac:picMkLst>
        </pc:picChg>
      </pc:sldChg>
      <pc:sldChg chg="modSp mod">
        <pc:chgData name="Mounika Rajala" userId="4c925c4feb373763" providerId="LiveId" clId="{31BD546B-15FE-4B71-8133-18583C01F3EE}" dt="2026-09-11T13:46:43.155" v="239" actId="113"/>
        <pc:sldMkLst>
          <pc:docMk/>
          <pc:sldMk cId="4000696967" sldId="299"/>
        </pc:sldMkLst>
        <pc:spChg chg="mod">
          <ac:chgData name="Mounika Rajala" userId="4c925c4feb373763" providerId="LiveId" clId="{31BD546B-15FE-4B71-8133-18583C01F3EE}" dt="2026-09-11T13:46:43.155" v="239" actId="113"/>
          <ac:spMkLst>
            <pc:docMk/>
            <pc:sldMk cId="4000696967" sldId="299"/>
            <ac:spMk id="3" creationId="{322462E8-EB3A-DA7D-44CB-4E757803A755}"/>
          </ac:spMkLst>
        </pc:spChg>
      </pc:sldChg>
      <pc:sldChg chg="addSp delSp modSp mod">
        <pc:chgData name="Mounika Rajala" userId="4c925c4feb373763" providerId="LiveId" clId="{31BD546B-15FE-4B71-8133-18583C01F3EE}" dt="2026-09-11T13:58:09.880" v="254" actId="14100"/>
        <pc:sldMkLst>
          <pc:docMk/>
          <pc:sldMk cId="893417001" sldId="300"/>
        </pc:sldMkLst>
        <pc:picChg chg="add mod">
          <ac:chgData name="Mounika Rajala" userId="4c925c4feb373763" providerId="LiveId" clId="{31BD546B-15FE-4B71-8133-18583C01F3EE}" dt="2026-09-11T13:55:28.245" v="245" actId="14100"/>
          <ac:picMkLst>
            <pc:docMk/>
            <pc:sldMk cId="893417001" sldId="300"/>
            <ac:picMk id="3" creationId="{A7A57702-D7E5-362E-B144-72181012B458}"/>
          </ac:picMkLst>
        </pc:picChg>
        <pc:picChg chg="add mod">
          <ac:chgData name="Mounika Rajala" userId="4c925c4feb373763" providerId="LiveId" clId="{31BD546B-15FE-4B71-8133-18583C01F3EE}" dt="2026-09-11T13:58:09.880" v="254" actId="14100"/>
          <ac:picMkLst>
            <pc:docMk/>
            <pc:sldMk cId="893417001" sldId="300"/>
            <ac:picMk id="6" creationId="{1C59F32F-77D9-F86A-C22C-7E85FCAA1756}"/>
          </ac:picMkLst>
        </pc:picChg>
        <pc:picChg chg="del">
          <ac:chgData name="Mounika Rajala" userId="4c925c4feb373763" providerId="LiveId" clId="{31BD546B-15FE-4B71-8133-18583C01F3EE}" dt="2026-09-11T13:54:53.601" v="240" actId="478"/>
          <ac:picMkLst>
            <pc:docMk/>
            <pc:sldMk cId="893417001" sldId="300"/>
            <ac:picMk id="12" creationId="{3E29AF1D-88C4-87E5-74DF-4E97121E06CE}"/>
          </ac:picMkLst>
        </pc:picChg>
        <pc:picChg chg="del">
          <ac:chgData name="Mounika Rajala" userId="4c925c4feb373763" providerId="LiveId" clId="{31BD546B-15FE-4B71-8133-18583C01F3EE}" dt="2026-09-11T13:55:37.678" v="246" actId="478"/>
          <ac:picMkLst>
            <pc:docMk/>
            <pc:sldMk cId="893417001" sldId="300"/>
            <ac:picMk id="13" creationId="{C81444F5-0692-DD67-1759-70821E53B029}"/>
          </ac:picMkLst>
        </pc:picChg>
      </pc:sldChg>
      <pc:sldChg chg="addSp delSp modSp mod">
        <pc:chgData name="Mounika Rajala" userId="4c925c4feb373763" providerId="LiveId" clId="{31BD546B-15FE-4B71-8133-18583C01F3EE}" dt="2026-09-11T13:59:53.728" v="263"/>
        <pc:sldMkLst>
          <pc:docMk/>
          <pc:sldMk cId="1429961814" sldId="301"/>
        </pc:sldMkLst>
        <pc:spChg chg="del mod">
          <ac:chgData name="Mounika Rajala" userId="4c925c4feb373763" providerId="LiveId" clId="{31BD546B-15FE-4B71-8133-18583C01F3EE}" dt="2026-09-11T13:59:53.728" v="263"/>
          <ac:spMkLst>
            <pc:docMk/>
            <pc:sldMk cId="1429961814" sldId="301"/>
            <ac:spMk id="2" creationId="{CCA977A3-5FA0-8FF5-E1D1-86C9ED676512}"/>
          </ac:spMkLst>
        </pc:spChg>
        <pc:picChg chg="del">
          <ac:chgData name="Mounika Rajala" userId="4c925c4feb373763" providerId="LiveId" clId="{31BD546B-15FE-4B71-8133-18583C01F3EE}" dt="2026-09-11T13:58:19.706" v="255" actId="478"/>
          <ac:picMkLst>
            <pc:docMk/>
            <pc:sldMk cId="1429961814" sldId="301"/>
            <ac:picMk id="4" creationId="{E430EE8C-8F89-5938-483F-00452050511A}"/>
          </ac:picMkLst>
        </pc:picChg>
        <pc:picChg chg="add mod">
          <ac:chgData name="Mounika Rajala" userId="4c925c4feb373763" providerId="LiveId" clId="{31BD546B-15FE-4B71-8133-18583C01F3EE}" dt="2026-09-11T13:59:51.626" v="261" actId="14100"/>
          <ac:picMkLst>
            <pc:docMk/>
            <pc:sldMk cId="1429961814" sldId="301"/>
            <ac:picMk id="5" creationId="{5E3E20D4-9DF0-A2B1-6AAC-F258907517FB}"/>
          </ac:picMkLst>
        </pc:picChg>
      </pc:sldChg>
      <pc:sldChg chg="addSp delSp modSp mod">
        <pc:chgData name="Mounika Rajala" userId="4c925c4feb373763" providerId="LiveId" clId="{31BD546B-15FE-4B71-8133-18583C01F3EE}" dt="2026-09-11T14:00:26.014" v="265" actId="931"/>
        <pc:sldMkLst>
          <pc:docMk/>
          <pc:sldMk cId="3585092305" sldId="302"/>
        </pc:sldMkLst>
        <pc:picChg chg="add mod">
          <ac:chgData name="Mounika Rajala" userId="4c925c4feb373763" providerId="LiveId" clId="{31BD546B-15FE-4B71-8133-18583C01F3EE}" dt="2026-09-11T14:00:26.014" v="265" actId="931"/>
          <ac:picMkLst>
            <pc:docMk/>
            <pc:sldMk cId="3585092305" sldId="302"/>
            <ac:picMk id="4" creationId="{6C068E45-9892-2F43-F3DE-D4E066F55FDB}"/>
          </ac:picMkLst>
        </pc:picChg>
        <pc:picChg chg="del">
          <ac:chgData name="Mounika Rajala" userId="4c925c4feb373763" providerId="LiveId" clId="{31BD546B-15FE-4B71-8133-18583C01F3EE}" dt="2026-09-11T13:59:56.172" v="264" actId="478"/>
          <ac:picMkLst>
            <pc:docMk/>
            <pc:sldMk cId="3585092305" sldId="302"/>
            <ac:picMk id="5" creationId="{146B9DE6-C4BB-B81B-528A-B8789445C3FE}"/>
          </ac:picMkLst>
        </pc:picChg>
      </pc:sldChg>
      <pc:sldChg chg="addSp delSp modSp mod">
        <pc:chgData name="Mounika Rajala" userId="4c925c4feb373763" providerId="LiveId" clId="{31BD546B-15FE-4B71-8133-18583C01F3EE}" dt="2026-09-11T14:00:51.662" v="267" actId="931"/>
        <pc:sldMkLst>
          <pc:docMk/>
          <pc:sldMk cId="2601907186" sldId="303"/>
        </pc:sldMkLst>
        <pc:picChg chg="del">
          <ac:chgData name="Mounika Rajala" userId="4c925c4feb373763" providerId="LiveId" clId="{31BD546B-15FE-4B71-8133-18583C01F3EE}" dt="2026-09-11T14:00:34.571" v="266" actId="478"/>
          <ac:picMkLst>
            <pc:docMk/>
            <pc:sldMk cId="2601907186" sldId="303"/>
            <ac:picMk id="4" creationId="{BA6C1B5E-405A-0E58-2397-353A88D82B9B}"/>
          </ac:picMkLst>
        </pc:picChg>
        <pc:picChg chg="add mod">
          <ac:chgData name="Mounika Rajala" userId="4c925c4feb373763" providerId="LiveId" clId="{31BD546B-15FE-4B71-8133-18583C01F3EE}" dt="2026-09-11T14:00:51.662" v="267" actId="931"/>
          <ac:picMkLst>
            <pc:docMk/>
            <pc:sldMk cId="2601907186" sldId="303"/>
            <ac:picMk id="5" creationId="{3E43A9FC-2110-2CB9-A363-11EE5FCEE65B}"/>
          </ac:picMkLst>
        </pc:picChg>
      </pc:sldChg>
      <pc:sldChg chg="modSp mod">
        <pc:chgData name="Mounika Rajala" userId="4c925c4feb373763" providerId="LiveId" clId="{31BD546B-15FE-4B71-8133-18583C01F3EE}" dt="2026-09-11T14:04:23.589" v="278" actId="20577"/>
        <pc:sldMkLst>
          <pc:docMk/>
          <pc:sldMk cId="2325282270" sldId="304"/>
        </pc:sldMkLst>
        <pc:spChg chg="mod">
          <ac:chgData name="Mounika Rajala" userId="4c925c4feb373763" providerId="LiveId" clId="{31BD546B-15FE-4B71-8133-18583C01F3EE}" dt="2026-09-11T14:04:23.589" v="278" actId="20577"/>
          <ac:spMkLst>
            <pc:docMk/>
            <pc:sldMk cId="2325282270" sldId="304"/>
            <ac:spMk id="2" creationId="{6FA184BA-BCF2-3D7B-30D0-0F3CF30C161B}"/>
          </ac:spMkLst>
        </pc:spChg>
        <pc:spChg chg="mod">
          <ac:chgData name="Mounika Rajala" userId="4c925c4feb373763" providerId="LiveId" clId="{31BD546B-15FE-4B71-8133-18583C01F3EE}" dt="2026-09-11T14:04:15.738" v="277" actId="313"/>
          <ac:spMkLst>
            <pc:docMk/>
            <pc:sldMk cId="2325282270" sldId="304"/>
            <ac:spMk id="3" creationId="{ED65F54F-855A-0DB6-09A6-3212C5F7405B}"/>
          </ac:spMkLst>
        </pc:spChg>
      </pc:sldChg>
      <pc:sldChg chg="modSp mod">
        <pc:chgData name="Mounika Rajala" userId="4c925c4feb373763" providerId="LiveId" clId="{31BD546B-15FE-4B71-8133-18583C01F3EE}" dt="2026-09-11T14:16:37.234" v="328" actId="14100"/>
        <pc:sldMkLst>
          <pc:docMk/>
          <pc:sldMk cId="4040412275" sldId="305"/>
        </pc:sldMkLst>
        <pc:spChg chg="mod">
          <ac:chgData name="Mounika Rajala" userId="4c925c4feb373763" providerId="LiveId" clId="{31BD546B-15FE-4B71-8133-18583C01F3EE}" dt="2026-09-11T14:16:37.234" v="328" actId="14100"/>
          <ac:spMkLst>
            <pc:docMk/>
            <pc:sldMk cId="4040412275" sldId="305"/>
            <ac:spMk id="278" creationId="{187EEB9C-2E84-113A-3CE6-1507BF5B039F}"/>
          </ac:spMkLst>
        </pc:spChg>
        <pc:spChg chg="mod">
          <ac:chgData name="Mounika Rajala" userId="4c925c4feb373763" providerId="LiveId" clId="{31BD546B-15FE-4B71-8133-18583C01F3EE}" dt="2026-09-11T14:11:51.345" v="310" actId="20577"/>
          <ac:spMkLst>
            <pc:docMk/>
            <pc:sldMk cId="4040412275" sldId="305"/>
            <ac:spMk id="279" creationId="{3711AF54-94A6-B837-31EF-9A8C4ECB9AF6}"/>
          </ac:spMkLst>
        </pc:spChg>
      </pc:sldChg>
      <pc:sldChg chg="modSp mod">
        <pc:chgData name="Mounika Rajala" userId="4c925c4feb373763" providerId="LiveId" clId="{31BD546B-15FE-4B71-8133-18583C01F3EE}" dt="2026-09-11T14:05:52.963" v="284" actId="14100"/>
        <pc:sldMkLst>
          <pc:docMk/>
          <pc:sldMk cId="740028465" sldId="306"/>
        </pc:sldMkLst>
        <pc:spChg chg="mod">
          <ac:chgData name="Mounika Rajala" userId="4c925c4feb373763" providerId="LiveId" clId="{31BD546B-15FE-4B71-8133-18583C01F3EE}" dt="2026-09-11T14:05:52.963" v="284" actId="14100"/>
          <ac:spMkLst>
            <pc:docMk/>
            <pc:sldMk cId="740028465" sldId="306"/>
            <ac:spMk id="279" creationId="{EAFA16CB-0A72-5AC5-69A0-ABF4A752B43F}"/>
          </ac:spMkLst>
        </pc:spChg>
      </pc:sldChg>
      <pc:sldChg chg="addSp delSp modSp mod">
        <pc:chgData name="Mounika Rajala" userId="4c925c4feb373763" providerId="LiveId" clId="{31BD546B-15FE-4B71-8133-18583C01F3EE}" dt="2026-09-11T14:09:08.175" v="293" actId="14100"/>
        <pc:sldMkLst>
          <pc:docMk/>
          <pc:sldMk cId="2833482715" sldId="307"/>
        </pc:sldMkLst>
        <pc:spChg chg="mod">
          <ac:chgData name="Mounika Rajala" userId="4c925c4feb373763" providerId="LiveId" clId="{31BD546B-15FE-4B71-8133-18583C01F3EE}" dt="2026-09-11T14:06:16.587" v="288" actId="20577"/>
          <ac:spMkLst>
            <pc:docMk/>
            <pc:sldMk cId="2833482715" sldId="307"/>
            <ac:spMk id="3" creationId="{4837D5EE-379B-FDC5-0854-8AC81D31FADF}"/>
          </ac:spMkLst>
        </pc:spChg>
        <pc:grpChg chg="del">
          <ac:chgData name="Mounika Rajala" userId="4c925c4feb373763" providerId="LiveId" clId="{31BD546B-15FE-4B71-8133-18583C01F3EE}" dt="2026-09-11T14:06:19.214" v="289" actId="478"/>
          <ac:grpSpMkLst>
            <pc:docMk/>
            <pc:sldMk cId="2833482715" sldId="307"/>
            <ac:grpSpMk id="8" creationId="{F8E1A664-937F-0995-A503-E9C101158D8C}"/>
          </ac:grpSpMkLst>
        </pc:grpChg>
        <pc:picChg chg="add mod">
          <ac:chgData name="Mounika Rajala" userId="4c925c4feb373763" providerId="LiveId" clId="{31BD546B-15FE-4B71-8133-18583C01F3EE}" dt="2026-09-11T14:09:08.175" v="293" actId="14100"/>
          <ac:picMkLst>
            <pc:docMk/>
            <pc:sldMk cId="2833482715" sldId="307"/>
            <ac:picMk id="4" creationId="{1844234F-18F0-1D3C-2251-0071A1313933}"/>
          </ac:picMkLst>
        </pc:picChg>
      </pc:sldChg>
      <pc:sldChg chg="addSp delSp modSp mod">
        <pc:chgData name="Mounika Rajala" userId="4c925c4feb373763" providerId="LiveId" clId="{31BD546B-15FE-4B71-8133-18583C01F3EE}" dt="2026-09-11T14:11:30.635" v="309" actId="14100"/>
        <pc:sldMkLst>
          <pc:docMk/>
          <pc:sldMk cId="4175177701" sldId="308"/>
        </pc:sldMkLst>
        <pc:spChg chg="mod">
          <ac:chgData name="Mounika Rajala" userId="4c925c4feb373763" providerId="LiveId" clId="{31BD546B-15FE-4B71-8133-18583C01F3EE}" dt="2026-09-11T14:09:19.711" v="301" actId="20577"/>
          <ac:spMkLst>
            <pc:docMk/>
            <pc:sldMk cId="4175177701" sldId="308"/>
            <ac:spMk id="6" creationId="{C0D36B1A-26C2-CD55-1032-4CB5E4EDF305}"/>
          </ac:spMkLst>
        </pc:spChg>
        <pc:picChg chg="add del mod">
          <ac:chgData name="Mounika Rajala" userId="4c925c4feb373763" providerId="LiveId" clId="{31BD546B-15FE-4B71-8133-18583C01F3EE}" dt="2026-09-11T14:10:12.309" v="304" actId="478"/>
          <ac:picMkLst>
            <pc:docMk/>
            <pc:sldMk cId="4175177701" sldId="308"/>
            <ac:picMk id="3" creationId="{B55229B3-B016-8C5F-0254-B8405C0F414C}"/>
          </ac:picMkLst>
        </pc:picChg>
        <pc:picChg chg="del">
          <ac:chgData name="Mounika Rajala" userId="4c925c4feb373763" providerId="LiveId" clId="{31BD546B-15FE-4B71-8133-18583C01F3EE}" dt="2026-09-11T14:09:21.874" v="302" actId="478"/>
          <ac:picMkLst>
            <pc:docMk/>
            <pc:sldMk cId="4175177701" sldId="308"/>
            <ac:picMk id="4" creationId="{099C3698-991D-7A38-C456-893C84C23FC9}"/>
          </ac:picMkLst>
        </pc:picChg>
        <pc:picChg chg="add mod">
          <ac:chgData name="Mounika Rajala" userId="4c925c4feb373763" providerId="LiveId" clId="{31BD546B-15FE-4B71-8133-18583C01F3EE}" dt="2026-09-11T14:11:30.635" v="309" actId="14100"/>
          <ac:picMkLst>
            <pc:docMk/>
            <pc:sldMk cId="4175177701" sldId="308"/>
            <ac:picMk id="8" creationId="{38C83EC4-3D72-7EEE-8733-4D468534FEF0}"/>
          </ac:picMkLst>
        </pc:picChg>
      </pc:sldChg>
      <pc:sldChg chg="new del">
        <pc:chgData name="Mounika Rajala" userId="4c925c4feb373763" providerId="LiveId" clId="{31BD546B-15FE-4B71-8133-18583C01F3EE}" dt="2026-09-11T13:23:39.761" v="188" actId="47"/>
        <pc:sldMkLst>
          <pc:docMk/>
          <pc:sldMk cId="2433866642" sldId="310"/>
        </pc:sldMkLst>
      </pc:sldChg>
      <pc:sldChg chg="addSp modSp new mod">
        <pc:chgData name="Mounika Rajala" userId="4c925c4feb373763" providerId="LiveId" clId="{31BD546B-15FE-4B71-8133-18583C01F3EE}" dt="2026-09-11T13:24:55.277" v="197" actId="14100"/>
        <pc:sldMkLst>
          <pc:docMk/>
          <pc:sldMk cId="3971965564" sldId="310"/>
        </pc:sldMkLst>
        <pc:picChg chg="add mod">
          <ac:chgData name="Mounika Rajala" userId="4c925c4feb373763" providerId="LiveId" clId="{31BD546B-15FE-4B71-8133-18583C01F3EE}" dt="2026-09-11T13:24:20.335" v="192" actId="14100"/>
          <ac:picMkLst>
            <pc:docMk/>
            <pc:sldMk cId="3971965564" sldId="310"/>
            <ac:picMk id="3" creationId="{EE0148E4-2827-EB75-2C2E-B158B955518F}"/>
          </ac:picMkLst>
        </pc:picChg>
        <pc:picChg chg="add mod">
          <ac:chgData name="Mounika Rajala" userId="4c925c4feb373763" providerId="LiveId" clId="{31BD546B-15FE-4B71-8133-18583C01F3EE}" dt="2026-09-11T13:24:55.277" v="197" actId="14100"/>
          <ac:picMkLst>
            <pc:docMk/>
            <pc:sldMk cId="3971965564" sldId="310"/>
            <ac:picMk id="5" creationId="{4A71ADE2-33B2-893D-D3EB-56E4F28FFA95}"/>
          </ac:picMkLst>
        </pc:picChg>
      </pc:sldChg>
      <pc:sldChg chg="addSp modSp new mod">
        <pc:chgData name="Mounika Rajala" userId="4c925c4feb373763" providerId="LiveId" clId="{31BD546B-15FE-4B71-8133-18583C01F3EE}" dt="2026-09-11T14:01:27.061" v="271" actId="931"/>
        <pc:sldMkLst>
          <pc:docMk/>
          <pc:sldMk cId="1810583333" sldId="311"/>
        </pc:sldMkLst>
        <pc:picChg chg="add mod">
          <ac:chgData name="Mounika Rajala" userId="4c925c4feb373763" providerId="LiveId" clId="{31BD546B-15FE-4B71-8133-18583C01F3EE}" dt="2026-09-11T14:01:27.061" v="271" actId="931"/>
          <ac:picMkLst>
            <pc:docMk/>
            <pc:sldMk cId="1810583333" sldId="311"/>
            <ac:picMk id="3" creationId="{711614B8-B4CE-9B24-C4DC-C1A28D373E7E}"/>
          </ac:picMkLst>
        </pc:picChg>
      </pc:sldChg>
      <pc:sldChg chg="new del">
        <pc:chgData name="Mounika Rajala" userId="4c925c4feb373763" providerId="LiveId" clId="{31BD546B-15FE-4B71-8133-18583C01F3EE}" dt="2026-09-11T14:01:05.144" v="269" actId="47"/>
        <pc:sldMkLst>
          <pc:docMk/>
          <pc:sldMk cId="2390679295" sldId="311"/>
        </pc:sldMkLst>
      </pc:sldChg>
      <pc:sldChg chg="modSp new del mod">
        <pc:chgData name="Mounika Rajala" userId="4c925c4feb373763" providerId="LiveId" clId="{31BD546B-15FE-4B71-8133-18583C01F3EE}" dt="2026-09-11T13:30:09.465" v="220" actId="47"/>
        <pc:sldMkLst>
          <pc:docMk/>
          <pc:sldMk cId="2702074263" sldId="311"/>
        </pc:sldMkLst>
        <pc:spChg chg="mod">
          <ac:chgData name="Mounika Rajala" userId="4c925c4feb373763" providerId="LiveId" clId="{31BD546B-15FE-4B71-8133-18583C01F3EE}" dt="2026-09-11T13:28:23.586" v="219" actId="20577"/>
          <ac:spMkLst>
            <pc:docMk/>
            <pc:sldMk cId="2702074263" sldId="311"/>
            <ac:spMk id="2" creationId="{852C908F-067E-7408-A547-44CC76612C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94606437"/>
              </p:ext>
            </p:extLst>
          </p:nvPr>
        </p:nvGraphicFramePr>
        <p:xfrm>
          <a:off x="639097" y="2600314"/>
          <a:ext cx="10943303" cy="4095454"/>
        </p:xfrm>
        <a:graphic>
          <a:graphicData uri="http://schemas.openxmlformats.org/drawingml/2006/table">
            <a:tbl>
              <a:tblPr>
                <a:noFill/>
                <a:tableStyleId>{0AAD8F4D-43EB-41E5-8A38-28AB6DFB1B60}</a:tableStyleId>
              </a:tblPr>
              <a:tblGrid>
                <a:gridCol w="2635045">
                  <a:extLst>
                    <a:ext uri="{9D8B030D-6E8A-4147-A177-3AD203B41FA5}">
                      <a16:colId xmlns:a16="http://schemas.microsoft.com/office/drawing/2014/main" val="20000"/>
                    </a:ext>
                  </a:extLst>
                </a:gridCol>
                <a:gridCol w="2782529">
                  <a:extLst>
                    <a:ext uri="{9D8B030D-6E8A-4147-A177-3AD203B41FA5}">
                      <a16:colId xmlns:a16="http://schemas.microsoft.com/office/drawing/2014/main" val="20002"/>
                    </a:ext>
                  </a:extLst>
                </a:gridCol>
                <a:gridCol w="3165987">
                  <a:extLst>
                    <a:ext uri="{9D8B030D-6E8A-4147-A177-3AD203B41FA5}">
                      <a16:colId xmlns:a16="http://schemas.microsoft.com/office/drawing/2014/main" val="20003"/>
                    </a:ext>
                  </a:extLst>
                </a:gridCol>
                <a:gridCol w="2359742">
                  <a:extLst>
                    <a:ext uri="{9D8B030D-6E8A-4147-A177-3AD203B41FA5}">
                      <a16:colId xmlns:a16="http://schemas.microsoft.com/office/drawing/2014/main" val="20004"/>
                    </a:ext>
                  </a:extLst>
                </a:gridCol>
              </a:tblGrid>
              <a:tr h="156990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525549">
                <a:tc>
                  <a:txBody>
                    <a:bodyPr/>
                    <a:lstStyle/>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sz="2000" dirty="0"/>
                        <a:t>RAJALA     VENKATA</a:t>
                      </a:r>
                    </a:p>
                    <a:p>
                      <a:pPr marL="0" marR="0" lvl="0" indent="0" algn="ctr" rtl="0">
                        <a:spcBef>
                          <a:spcPts val="0"/>
                        </a:spcBef>
                        <a:spcAft>
                          <a:spcPts val="0"/>
                        </a:spcAft>
                        <a:buNone/>
                      </a:pPr>
                      <a:r>
                        <a:rPr lang="en-IN" sz="2000" dirty="0"/>
                        <a:t>LAKSHMI   MOUNIKA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2000" dirty="0"/>
                        <a:t>rajalavenkatalakshmimounika@gmail.com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2000" dirty="0"/>
                        <a:t>6302699182</a:t>
                      </a:r>
                    </a:p>
                    <a:p>
                      <a:pPr marL="0" marR="0" lvl="0" indent="0" algn="l" rtl="0">
                        <a:spcBef>
                          <a:spcPts val="0"/>
                        </a:spcBef>
                        <a:spcAft>
                          <a:spcPts val="0"/>
                        </a:spcAft>
                        <a:buNone/>
                      </a:pPr>
                      <a:endParaRPr lang="en-IN" dirty="0"/>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302146" y="1266440"/>
            <a:ext cx="10280254" cy="523220"/>
          </a:xfrm>
          <a:prstGeom prst="rect">
            <a:avLst/>
          </a:prstGeom>
          <a:noFill/>
        </p:spPr>
        <p:txBody>
          <a:bodyPr wrap="square" rtlCol="0">
            <a:spAutoFit/>
          </a:bodyPr>
          <a:lstStyle/>
          <a:p>
            <a:r>
              <a:rPr lang="en-US" sz="2800" b="1" dirty="0"/>
              <a:t>Domain of  Project </a:t>
            </a:r>
            <a:r>
              <a:rPr lang="en-US" sz="2400" b="1" dirty="0"/>
              <a:t>–</a:t>
            </a:r>
            <a:r>
              <a:rPr lang="en-IN" sz="2400" dirty="0"/>
              <a:t>Data Analytics</a:t>
            </a:r>
            <a:r>
              <a:rPr lang="en-US" sz="2400" b="1" dirty="0"/>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US" sz="2800" dirty="0"/>
              <a:t>Improved Source of Drinking Water </a:t>
            </a:r>
            <a:endParaRPr lang="en-IN" sz="2800" b="1" dirty="0">
              <a:highlight>
                <a:srgbClr val="FFFF00"/>
              </a:highlight>
            </a:endParaRPr>
          </a:p>
        </p:txBody>
      </p:sp>
      <p:pic>
        <p:nvPicPr>
          <p:cNvPr id="5" name="Picture 4">
            <a:extLst>
              <a:ext uri="{FF2B5EF4-FFF2-40B4-BE49-F238E27FC236}">
                <a16:creationId xmlns:a16="http://schemas.microsoft.com/office/drawing/2014/main" id="{27042D80-74FC-EDDB-C1FA-BC74D0FD152F}"/>
              </a:ext>
            </a:extLst>
          </p:cNvPr>
          <p:cNvPicPr>
            <a:picLocks noChangeAspect="1"/>
          </p:cNvPicPr>
          <p:nvPr/>
        </p:nvPicPr>
        <p:blipFill>
          <a:blip r:embed="rId3"/>
          <a:stretch>
            <a:fillRect/>
          </a:stretch>
        </p:blipFill>
        <p:spPr>
          <a:xfrm>
            <a:off x="3460956" y="4425369"/>
            <a:ext cx="2212258" cy="216224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955203"/>
          </a:xfrm>
          <a:prstGeom prst="rect">
            <a:avLst/>
          </a:prstGeom>
          <a:noFill/>
        </p:spPr>
        <p:txBody>
          <a:bodyPr wrap="square" rtlCol="0">
            <a:spAutoFit/>
          </a:bodyPr>
          <a:lstStyle/>
          <a:p>
            <a:pPr fontAlgn="base"/>
            <a:r>
              <a:rPr lang="en-US" sz="1800" b="1" dirty="0"/>
              <a:t>Problem Statement </a:t>
            </a:r>
            <a:r>
              <a:rPr lang="en-US" b="1" dirty="0"/>
              <a:t>:</a:t>
            </a:r>
            <a:r>
              <a:rPr lang="en-US" dirty="0"/>
              <a:t> </a:t>
            </a:r>
            <a:r>
              <a:rPr lang="en-US" sz="2400" dirty="0"/>
              <a:t>Improved Source of Drinking Water </a:t>
            </a:r>
          </a:p>
          <a:p>
            <a:pPr fontAlgn="base"/>
            <a:endParaRPr lang="en-US" b="1" dirty="0"/>
          </a:p>
          <a:p>
            <a:pPr fontAlgn="base"/>
            <a:r>
              <a:rPr lang="en-US" sz="1600" b="1" dirty="0"/>
              <a:t>The Challenge</a:t>
            </a:r>
            <a:r>
              <a:rPr lang="en-US" sz="1600" dirty="0"/>
              <a:t> -</a:t>
            </a:r>
          </a:p>
          <a:p>
            <a:pPr fontAlgn="base"/>
            <a:endParaRPr lang="en-US" sz="1600" dirty="0"/>
          </a:p>
          <a:p>
            <a:pPr fontAlgn="base"/>
            <a:r>
              <a:rPr lang="en-IN" dirty="0"/>
              <a:t>To analyse the availability and improvement of drinking water sources across rural and urban areas of India using historical data, and identify regional differences, trends, and factors associated with access to improved drinking water.</a:t>
            </a:r>
          </a:p>
          <a:p>
            <a:pPr fontAlgn="base"/>
            <a:endParaRPr lang="en-US" dirty="0"/>
          </a:p>
          <a:p>
            <a:pPr fontAlgn="base"/>
            <a:r>
              <a:rPr lang="en-US" sz="1800" b="1" dirty="0"/>
              <a:t>The Objective</a:t>
            </a:r>
            <a:r>
              <a:rPr lang="en-US" sz="1800" dirty="0"/>
              <a:t> -</a:t>
            </a:r>
          </a:p>
          <a:p>
            <a:pPr fontAlgn="base"/>
            <a:endParaRPr lang="en-US" sz="1800" dirty="0"/>
          </a:p>
          <a:p>
            <a:pPr fontAlgn="base"/>
            <a:r>
              <a:rPr lang="en-IN" dirty="0"/>
              <a:t>To develop a data analytics solution that analyses drinking water source availability and improvement across different regions of India. The solution should:</a:t>
            </a:r>
          </a:p>
          <a:p>
            <a:pPr fontAlgn="base"/>
            <a:endParaRPr lang="en-IN" dirty="0"/>
          </a:p>
          <a:p>
            <a:pPr marL="285750" indent="-285750">
              <a:buFont typeface="Arial" panose="020B0604020202020204" pitchFamily="34" charset="0"/>
              <a:buChar char="•"/>
            </a:pPr>
            <a:r>
              <a:rPr lang="en-IN" b="1" dirty="0"/>
              <a:t>Water Access Analysis</a:t>
            </a:r>
            <a:r>
              <a:rPr lang="en-IN" dirty="0"/>
              <a:t> – Analyse access to improved sources of drinking water across different states and regions.</a:t>
            </a:r>
          </a:p>
          <a:p>
            <a:r>
              <a:rPr lang="en-IN" dirty="0"/>
              <a:t>• </a:t>
            </a:r>
            <a:r>
              <a:rPr lang="en-IN" b="1" dirty="0"/>
              <a:t>Rural &amp; Urban Comparison</a:t>
            </a:r>
            <a:r>
              <a:rPr lang="en-IN" dirty="0"/>
              <a:t> – Compare drinking water access between rural and urban areas.</a:t>
            </a:r>
          </a:p>
          <a:p>
            <a:r>
              <a:rPr lang="en-IN" dirty="0"/>
              <a:t>• </a:t>
            </a:r>
            <a:r>
              <a:rPr lang="en-IN" b="1" dirty="0"/>
              <a:t>Trend Analysis</a:t>
            </a:r>
            <a:r>
              <a:rPr lang="en-IN" dirty="0"/>
              <a:t> – Identify changes and trends in drinking water access over different years.</a:t>
            </a:r>
          </a:p>
          <a:p>
            <a:r>
              <a:rPr lang="en-IN" dirty="0"/>
              <a:t>• </a:t>
            </a:r>
            <a:r>
              <a:rPr lang="en-IN" b="1" dirty="0"/>
              <a:t>Regional Analysis</a:t>
            </a:r>
            <a:r>
              <a:rPr lang="en-IN" dirty="0"/>
              <a:t> – Identify regional variations and differences in drinking water availability.</a:t>
            </a:r>
          </a:p>
          <a:p>
            <a:r>
              <a:rPr lang="en-IN" dirty="0"/>
              <a:t>• </a:t>
            </a:r>
            <a:r>
              <a:rPr lang="en-IN" b="1" dirty="0"/>
              <a:t>Socioeconomic Analysis</a:t>
            </a:r>
            <a:r>
              <a:rPr lang="en-IN" dirty="0"/>
              <a:t> – Analyse the relationship between water access and factors such as literacy, income, sanitation, and clean fuel.</a:t>
            </a:r>
          </a:p>
          <a:p>
            <a:r>
              <a:rPr lang="en-IN" dirty="0"/>
              <a:t>• </a:t>
            </a:r>
            <a:r>
              <a:rPr lang="en-IN" b="1" dirty="0"/>
              <a:t>State-Level Insights</a:t>
            </a:r>
            <a:r>
              <a:rPr lang="en-IN" dirty="0"/>
              <a:t> – Identify states with higher and lower drinking water access and areas requiring improvement.</a:t>
            </a:r>
          </a:p>
          <a:p>
            <a:r>
              <a:rPr lang="en-IN" dirty="0"/>
              <a:t>• </a:t>
            </a:r>
            <a:r>
              <a:rPr lang="en-IN" b="1" dirty="0"/>
              <a:t>Visualization Dashboard</a:t>
            </a:r>
            <a:r>
              <a:rPr lang="en-IN" dirty="0"/>
              <a:t> – Present key findings, trends, comparisons, and relationships using charts and visualizations.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IN" b="1" dirty="0"/>
              <a:t>Proposed Solution: Improved Source of Drinking Water Analysis</a:t>
            </a:r>
          </a:p>
          <a:p>
            <a:r>
              <a:rPr lang="en-IN" dirty="0"/>
              <a:t>The proposed solution is a </a:t>
            </a:r>
            <a:r>
              <a:rPr lang="en-IN" b="1" dirty="0"/>
              <a:t>data analytics-based drinking water analysis system</a:t>
            </a:r>
            <a:r>
              <a:rPr lang="en-IN" dirty="0"/>
              <a:t> developed using </a:t>
            </a:r>
            <a:r>
              <a:rPr lang="en-IN" b="1" dirty="0"/>
              <a:t>Python, Pandas, NumPy, Matplotlib, Seaborn, IBM Bob, and IBM watsonx.ai Runtime</a:t>
            </a:r>
            <a:r>
              <a:rPr lang="en-IN" dirty="0"/>
              <a:t> to analyse drinking water access and improvement across different regions of India. The system addresses challenges in understanding regional variations, rural–urban gaps, trends, and socioeconomic factors affecting access to improved drinking water.</a:t>
            </a:r>
          </a:p>
          <a:p>
            <a:r>
              <a:rPr lang="en-IN" dirty="0"/>
              <a:t>At its core, the solution uses an </a:t>
            </a:r>
            <a:r>
              <a:rPr lang="en-IN" b="1" dirty="0"/>
              <a:t>Exploratory Data Analysis (EDA)</a:t>
            </a:r>
            <a:r>
              <a:rPr lang="en-IN" dirty="0"/>
              <a:t> pipeline to clean, process, analyse, and visualize drinking water data collected across different states, districts, years, and rural–urban categories. The system generates meaningful insights from the dataset and presents them through statistical analysis and visualizations.</a:t>
            </a:r>
          </a:p>
          <a:p>
            <a:r>
              <a:rPr lang="en-IN" dirty="0"/>
              <a:t>The solution consists of the following key analysis components:</a:t>
            </a:r>
          </a:p>
          <a:p>
            <a:r>
              <a:rPr lang="en-IN" b="1" dirty="0"/>
              <a:t>Water Access Analysis</a:t>
            </a:r>
            <a:r>
              <a:rPr lang="en-IN" dirty="0"/>
              <a:t> analyses the availability of improved drinking water sources across different states and regions.</a:t>
            </a:r>
          </a:p>
          <a:p>
            <a:r>
              <a:rPr lang="en-IN" b="1" dirty="0"/>
              <a:t>Rural &amp; Urban Comparison</a:t>
            </a:r>
            <a:r>
              <a:rPr lang="en-IN" dirty="0"/>
              <a:t> compares drinking water access between rural and urban areas and identifies the existing accessibility gap.</a:t>
            </a:r>
          </a:p>
          <a:p>
            <a:r>
              <a:rPr lang="en-IN" b="1" dirty="0"/>
              <a:t>Trend Analysis</a:t>
            </a:r>
            <a:r>
              <a:rPr lang="en-IN" dirty="0"/>
              <a:t> examines changes in drinking water access over different years to identify improvement patterns.</a:t>
            </a:r>
          </a:p>
          <a:p>
            <a:r>
              <a:rPr lang="en-IN" b="1" dirty="0"/>
              <a:t>Regional &amp; State Analysis</a:t>
            </a:r>
            <a:r>
              <a:rPr lang="en-IN" dirty="0"/>
              <a:t> compares states and regions to identify areas with higher and lower levels of improved drinking water access.</a:t>
            </a:r>
          </a:p>
          <a:p>
            <a:r>
              <a:rPr lang="en-IN" b="1" dirty="0"/>
              <a:t>Socioeconomic Analysis</a:t>
            </a:r>
            <a:r>
              <a:rPr lang="en-IN" dirty="0"/>
              <a:t> studies relationships between drinking water access and factors such as </a:t>
            </a:r>
            <a:r>
              <a:rPr lang="en-IN" b="1" dirty="0"/>
              <a:t>literacy, income, sanitation, and clean fuel availability</a:t>
            </a:r>
            <a:r>
              <a:rPr lang="en-IN" dirty="0"/>
              <a:t>.</a:t>
            </a:r>
          </a:p>
          <a:p>
            <a:r>
              <a:rPr lang="en-IN" b="1" dirty="0"/>
              <a:t>Improvement Analysis</a:t>
            </a:r>
            <a:r>
              <a:rPr lang="en-IN" dirty="0"/>
              <a:t> identifies states and regions that show significant improvement or require further attention in providing improved drinking water sources.</a:t>
            </a:r>
          </a:p>
          <a:p>
            <a:r>
              <a:rPr lang="en-IN" dirty="0"/>
              <a:t>The solution includes a </a:t>
            </a:r>
            <a:r>
              <a:rPr lang="en-IN" b="1" dirty="0"/>
              <a:t>visualization dashboard</a:t>
            </a:r>
            <a:r>
              <a:rPr lang="en-IN" dirty="0"/>
              <a:t> built using Streamlet that presents key findings, trends, state-level comparisons, rural–urban differences, and socioeconomic relationships through interactive charts and graphs.</a:t>
            </a:r>
          </a:p>
          <a:p>
            <a:r>
              <a:rPr lang="en-IN" b="1" dirty="0"/>
              <a:t>IBM Bob</a:t>
            </a:r>
            <a:r>
              <a:rPr lang="en-IN" dirty="0"/>
              <a:t> is used to assist in project development, code generation, debugging, documentation, analysis, and validation. </a:t>
            </a:r>
            <a:r>
              <a:rPr lang="en-IN" b="1" dirty="0"/>
              <a:t>IBM watsonx.ai Runtime</a:t>
            </a:r>
            <a:r>
              <a:rPr lang="en-IN" dirty="0"/>
              <a:t> is used to connect the project with IBM Cloud resources and support the cloud-based project workflow.</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r>
              <a:rPr lang="en-IN" sz="1800" dirty="0"/>
              <a:t>• </a:t>
            </a:r>
            <a:r>
              <a:rPr lang="en-IN" sz="1800" b="1" dirty="0"/>
              <a:t>IBM Bob Platform</a:t>
            </a:r>
            <a:r>
              <a:rPr lang="en-IN" sz="1800" dirty="0"/>
              <a:t> – For assisting in project development, generating analysis code, debugging, documentation, and validating the data analytics workflow.</a:t>
            </a:r>
          </a:p>
          <a:p>
            <a:r>
              <a:rPr lang="en-IN" sz="1800" dirty="0"/>
              <a:t>• </a:t>
            </a:r>
            <a:r>
              <a:rPr lang="en-IN" sz="1800" b="1" dirty="0"/>
              <a:t>Python</a:t>
            </a:r>
            <a:r>
              <a:rPr lang="en-IN" sz="1800" dirty="0"/>
              <a:t> – For data processing, statistical analysis, and implementation of the overall data analytics workflow.</a:t>
            </a:r>
          </a:p>
          <a:p>
            <a:r>
              <a:rPr lang="en-IN" sz="1800" dirty="0"/>
              <a:t>• </a:t>
            </a:r>
            <a:r>
              <a:rPr lang="en-IN" sz="1800" b="1" dirty="0"/>
              <a:t>Pandas &amp; NumPy</a:t>
            </a:r>
            <a:r>
              <a:rPr lang="en-IN" sz="1800" dirty="0"/>
              <a:t> – For data cleaning, preprocessing, manipulation, and numerical analysis of the drinking water dataset.</a:t>
            </a:r>
          </a:p>
          <a:p>
            <a:r>
              <a:rPr lang="en-IN" sz="1800" dirty="0"/>
              <a:t>• </a:t>
            </a:r>
            <a:r>
              <a:rPr lang="en-IN" sz="1800" b="1" dirty="0"/>
              <a:t>Matplotlib &amp; Seaborn</a:t>
            </a:r>
            <a:r>
              <a:rPr lang="en-IN" sz="1800" dirty="0"/>
              <a:t> – For creating charts, graphs, comparisons, and visualizing drinking water trends and patterns.</a:t>
            </a:r>
          </a:p>
          <a:p>
            <a:r>
              <a:rPr lang="en-IN" sz="1800" dirty="0"/>
              <a:t>• </a:t>
            </a:r>
            <a:r>
              <a:rPr lang="en-IN" sz="1800" b="1" dirty="0"/>
              <a:t>IBM Cloud</a:t>
            </a:r>
            <a:r>
              <a:rPr lang="en-IN" sz="1800" dirty="0"/>
              <a:t> – Provides the cloud environment and IBM services required to connect and support the project workflow.</a:t>
            </a:r>
          </a:p>
          <a:p>
            <a:r>
              <a:rPr lang="en-IN" sz="1800" dirty="0"/>
              <a:t>• </a:t>
            </a:r>
            <a:r>
              <a:rPr lang="en-IN" sz="1800" b="1" dirty="0"/>
              <a:t>IBM watsonx.ai Runtime</a:t>
            </a:r>
            <a:r>
              <a:rPr lang="en-IN" sz="1800" dirty="0"/>
              <a:t> – Used to connect the project with IBM Cloud and support the cloud-based AI/data analytics workflow.</a:t>
            </a:r>
          </a:p>
          <a:p>
            <a:r>
              <a:rPr lang="en-IN" sz="1800" dirty="0"/>
              <a:t>• </a:t>
            </a:r>
            <a:r>
              <a:rPr lang="en-IN" sz="1800" b="1" dirty="0"/>
              <a:t>Stream lit</a:t>
            </a:r>
            <a:r>
              <a:rPr lang="en-IN" sz="1800" dirty="0"/>
              <a:t> – Used to develop an interactive visualization dashboard for presenting key findings, trends, state comparisons, and rural–urban differences.</a:t>
            </a:r>
          </a:p>
          <a:p>
            <a:r>
              <a:rPr lang="en-IN" sz="1800" dirty="0"/>
              <a:t>• </a:t>
            </a:r>
            <a:r>
              <a:rPr lang="en-IN" sz="1800" b="1" dirty="0"/>
              <a:t>CSV Dataset</a:t>
            </a:r>
            <a:r>
              <a:rPr lang="en-IN" sz="1800" dirty="0"/>
              <a:t> – Used as the primary data source containing drinking water access information across states, districts, years, and rural/urban categories.</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720FFB6-C0DC-83BA-A5CA-F9641EFC15AC}"/>
              </a:ext>
            </a:extLst>
          </p:cNvPr>
          <p:cNvPicPr>
            <a:picLocks noChangeAspect="1"/>
          </p:cNvPicPr>
          <p:nvPr/>
        </p:nvPicPr>
        <p:blipFill>
          <a:blip r:embed="rId3"/>
          <a:stretch>
            <a:fillRect/>
          </a:stretch>
        </p:blipFill>
        <p:spPr>
          <a:xfrm>
            <a:off x="275304" y="771747"/>
            <a:ext cx="11572568" cy="5899738"/>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62002580-89A5-0654-1BC1-E4B1ED3CCCC2}"/>
              </a:ext>
            </a:extLst>
          </p:cNvPr>
          <p:cNvPicPr>
            <a:picLocks noChangeAspect="1"/>
          </p:cNvPicPr>
          <p:nvPr/>
        </p:nvPicPr>
        <p:blipFill>
          <a:blip r:embed="rId3"/>
          <a:stretch>
            <a:fillRect/>
          </a:stretch>
        </p:blipFill>
        <p:spPr>
          <a:xfrm>
            <a:off x="334296" y="914400"/>
            <a:ext cx="11582401" cy="570277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87B53C-F79B-C1B3-D63E-EBA4CE070600}"/>
              </a:ext>
            </a:extLst>
          </p:cNvPr>
          <p:cNvPicPr>
            <a:picLocks noChangeAspect="1"/>
          </p:cNvPicPr>
          <p:nvPr/>
        </p:nvPicPr>
        <p:blipFill>
          <a:blip r:embed="rId2"/>
          <a:stretch>
            <a:fillRect/>
          </a:stretch>
        </p:blipFill>
        <p:spPr>
          <a:xfrm>
            <a:off x="127819" y="135167"/>
            <a:ext cx="5810866" cy="6587665"/>
          </a:xfrm>
          <a:prstGeom prst="rect">
            <a:avLst/>
          </a:prstGeom>
        </p:spPr>
      </p:pic>
      <p:pic>
        <p:nvPicPr>
          <p:cNvPr id="6" name="Picture 5">
            <a:extLst>
              <a:ext uri="{FF2B5EF4-FFF2-40B4-BE49-F238E27FC236}">
                <a16:creationId xmlns:a16="http://schemas.microsoft.com/office/drawing/2014/main" id="{89A59A08-FA57-8B91-C7AF-7656823090D1}"/>
              </a:ext>
            </a:extLst>
          </p:cNvPr>
          <p:cNvPicPr>
            <a:picLocks noChangeAspect="1"/>
          </p:cNvPicPr>
          <p:nvPr/>
        </p:nvPicPr>
        <p:blipFill>
          <a:blip r:embed="rId3"/>
          <a:stretch>
            <a:fillRect/>
          </a:stretch>
        </p:blipFill>
        <p:spPr>
          <a:xfrm>
            <a:off x="6017341" y="135166"/>
            <a:ext cx="6046839" cy="6587666"/>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0148E4-2827-EB75-2C2E-B158B955518F}"/>
              </a:ext>
            </a:extLst>
          </p:cNvPr>
          <p:cNvPicPr>
            <a:picLocks noChangeAspect="1"/>
          </p:cNvPicPr>
          <p:nvPr/>
        </p:nvPicPr>
        <p:blipFill>
          <a:blip r:embed="rId2"/>
          <a:stretch>
            <a:fillRect/>
          </a:stretch>
        </p:blipFill>
        <p:spPr>
          <a:xfrm>
            <a:off x="88490" y="169176"/>
            <a:ext cx="5515897" cy="6519648"/>
          </a:xfrm>
          <a:prstGeom prst="rect">
            <a:avLst/>
          </a:prstGeom>
        </p:spPr>
      </p:pic>
      <p:pic>
        <p:nvPicPr>
          <p:cNvPr id="5" name="Picture 4">
            <a:extLst>
              <a:ext uri="{FF2B5EF4-FFF2-40B4-BE49-F238E27FC236}">
                <a16:creationId xmlns:a16="http://schemas.microsoft.com/office/drawing/2014/main" id="{4A71ADE2-33B2-893D-D3EB-56E4F28FFA95}"/>
              </a:ext>
            </a:extLst>
          </p:cNvPr>
          <p:cNvPicPr>
            <a:picLocks noChangeAspect="1"/>
          </p:cNvPicPr>
          <p:nvPr/>
        </p:nvPicPr>
        <p:blipFill>
          <a:blip r:embed="rId3"/>
          <a:stretch>
            <a:fillRect/>
          </a:stretch>
        </p:blipFill>
        <p:spPr>
          <a:xfrm>
            <a:off x="5683044" y="169176"/>
            <a:ext cx="6331975" cy="6519648"/>
          </a:xfrm>
          <a:prstGeom prst="rect">
            <a:avLst/>
          </a:prstGeom>
        </p:spPr>
      </p:pic>
    </p:spTree>
    <p:extLst>
      <p:ext uri="{BB962C8B-B14F-4D97-AF65-F5344CB8AC3E}">
        <p14:creationId xmlns:p14="http://schemas.microsoft.com/office/powerpoint/2010/main" val="3971965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9" name="Picture 8">
            <a:extLst>
              <a:ext uri="{FF2B5EF4-FFF2-40B4-BE49-F238E27FC236}">
                <a16:creationId xmlns:a16="http://schemas.microsoft.com/office/drawing/2014/main" id="{CAE740A2-C311-ACDB-2C41-0C122221E56F}"/>
              </a:ext>
            </a:extLst>
          </p:cNvPr>
          <p:cNvPicPr>
            <a:picLocks noChangeAspect="1"/>
          </p:cNvPicPr>
          <p:nvPr/>
        </p:nvPicPr>
        <p:blipFill>
          <a:blip r:embed="rId3"/>
          <a:stretch>
            <a:fillRect/>
          </a:stretch>
        </p:blipFill>
        <p:spPr>
          <a:xfrm>
            <a:off x="304800" y="991215"/>
            <a:ext cx="11395587" cy="4875570"/>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Improved Source of Drinking Water </a:t>
            </a:r>
          </a:p>
          <a:p>
            <a:r>
              <a:rPr lang="en-IN" b="1" dirty="0"/>
              <a:t>Agentic AI</a:t>
            </a:r>
            <a:r>
              <a:rPr lang="en-IN" dirty="0"/>
              <a:t> enables the project development process to be more intelligent and efficient by assisting with data analysis, code generation, debugging, validation, and documentation. </a:t>
            </a:r>
            <a:r>
              <a:rPr lang="en-IN" b="1" dirty="0"/>
              <a:t>IBM Bob</a:t>
            </a:r>
            <a:r>
              <a:rPr lang="en-IN" dirty="0"/>
              <a:t> acts as an intelligent development assistant that supports different stages of the drinking water analysis workflow.</a:t>
            </a:r>
          </a:p>
          <a:p>
            <a:r>
              <a:rPr lang="en-IN" dirty="0"/>
              <a:t>IBM Bob helps in </a:t>
            </a:r>
            <a:r>
              <a:rPr lang="en-IN" b="1" dirty="0"/>
              <a:t>data analysis and processing</a:t>
            </a:r>
            <a:r>
              <a:rPr lang="en-IN" dirty="0"/>
              <a:t> by generating Python code for loading, cleaning, transforming, and </a:t>
            </a:r>
            <a:r>
              <a:rPr lang="en-IN" dirty="0" err="1"/>
              <a:t>analyzing</a:t>
            </a:r>
            <a:r>
              <a:rPr lang="en-IN" dirty="0"/>
              <a:t> the drinking water dataset.</a:t>
            </a:r>
          </a:p>
          <a:p>
            <a:r>
              <a:rPr lang="en-IN" dirty="0"/>
              <a:t>It supports </a:t>
            </a:r>
            <a:r>
              <a:rPr lang="en-IN" b="1" dirty="0"/>
              <a:t>automated problem solving and debugging</a:t>
            </a:r>
            <a:r>
              <a:rPr lang="en-IN" dirty="0"/>
              <a:t>, helping identify coding errors and suggesting appropriate solutions during project development.</a:t>
            </a:r>
          </a:p>
          <a:p>
            <a:r>
              <a:rPr lang="en-IN" dirty="0"/>
              <a:t>Agentic assistance is also used for </a:t>
            </a:r>
            <a:r>
              <a:rPr lang="en-IN" b="1" dirty="0"/>
              <a:t>exploratory data analysis</a:t>
            </a:r>
            <a:r>
              <a:rPr lang="en-IN" dirty="0"/>
              <a:t>, including rural–urban comparison, state-level analysis, trend identification, and correlation analysis.</a:t>
            </a:r>
          </a:p>
          <a:p>
            <a:r>
              <a:rPr lang="en-IN" dirty="0"/>
              <a:t>The system uses </a:t>
            </a:r>
            <a:r>
              <a:rPr lang="en-IN" b="1" dirty="0"/>
              <a:t>context-aware assistance</a:t>
            </a:r>
            <a:r>
              <a:rPr lang="en-IN" dirty="0"/>
              <a:t> to understand the project requirements and generate relevant analysis, visualizations, documentation, and project files.</a:t>
            </a:r>
          </a:p>
          <a:p>
            <a:r>
              <a:rPr lang="en-IN" dirty="0"/>
              <a:t>Agentic AI also supports </a:t>
            </a:r>
            <a:r>
              <a:rPr lang="en-IN" b="1" dirty="0"/>
              <a:t>workflow efficiency</a:t>
            </a:r>
            <a:r>
              <a:rPr lang="en-IN" dirty="0"/>
              <a:t>, allowing different project tasks such as analysis, visualization, validation, and documentation to be completed systematically.</a:t>
            </a:r>
          </a:p>
          <a:p>
            <a:r>
              <a:rPr lang="en-IN" dirty="0"/>
              <a:t>Overall, the use of </a:t>
            </a:r>
            <a:r>
              <a:rPr lang="en-IN" b="1" dirty="0"/>
              <a:t>IBM Bob and agentic assistance</a:t>
            </a:r>
            <a:r>
              <a:rPr lang="en-IN" dirty="0"/>
              <a:t> makes the solution more efficient, structured, and goal-oriented, helping transform raw drinking water data into </a:t>
            </a:r>
            <a:r>
              <a:rPr lang="en-IN" b="1" dirty="0"/>
              <a:t>meaningful insights and data-driven recommendations</a:t>
            </a:r>
            <a:r>
              <a:rPr lang="en-IN" dirty="0"/>
              <a:t>.</a:t>
            </a:r>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A7A57702-D7E5-362E-B144-72181012B458}"/>
              </a:ext>
            </a:extLst>
          </p:cNvPr>
          <p:cNvPicPr>
            <a:picLocks noChangeAspect="1"/>
          </p:cNvPicPr>
          <p:nvPr/>
        </p:nvPicPr>
        <p:blipFill>
          <a:blip r:embed="rId3"/>
          <a:stretch>
            <a:fillRect/>
          </a:stretch>
        </p:blipFill>
        <p:spPr>
          <a:xfrm>
            <a:off x="307874" y="2254564"/>
            <a:ext cx="5276849" cy="4126571"/>
          </a:xfrm>
          <a:prstGeom prst="rect">
            <a:avLst/>
          </a:prstGeom>
        </p:spPr>
      </p:pic>
      <p:pic>
        <p:nvPicPr>
          <p:cNvPr id="6" name="Picture 5">
            <a:extLst>
              <a:ext uri="{FF2B5EF4-FFF2-40B4-BE49-F238E27FC236}">
                <a16:creationId xmlns:a16="http://schemas.microsoft.com/office/drawing/2014/main" id="{1C59F32F-77D9-F86A-C22C-7E85FCAA1756}"/>
              </a:ext>
            </a:extLst>
          </p:cNvPr>
          <p:cNvPicPr>
            <a:picLocks noChangeAspect="1"/>
          </p:cNvPicPr>
          <p:nvPr/>
        </p:nvPicPr>
        <p:blipFill>
          <a:blip r:embed="rId3"/>
          <a:stretch>
            <a:fillRect/>
          </a:stretch>
        </p:blipFill>
        <p:spPr>
          <a:xfrm>
            <a:off x="6833419" y="2254564"/>
            <a:ext cx="4886634" cy="4047913"/>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5E3E20D4-9DF0-A2B1-6AAC-F258907517FB}"/>
              </a:ext>
            </a:extLst>
          </p:cNvPr>
          <p:cNvPicPr>
            <a:picLocks noChangeAspect="1"/>
          </p:cNvPicPr>
          <p:nvPr/>
        </p:nvPicPr>
        <p:blipFill>
          <a:blip r:embed="rId3"/>
          <a:stretch>
            <a:fillRect/>
          </a:stretch>
        </p:blipFill>
        <p:spPr>
          <a:xfrm>
            <a:off x="491612" y="934065"/>
            <a:ext cx="10962969" cy="567503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C068E45-9892-2F43-F3DE-D4E066F55FDB}"/>
              </a:ext>
            </a:extLst>
          </p:cNvPr>
          <p:cNvPicPr>
            <a:picLocks noChangeAspect="1"/>
          </p:cNvPicPr>
          <p:nvPr/>
        </p:nvPicPr>
        <p:blipFill>
          <a:blip r:embed="rId3"/>
          <a:stretch>
            <a:fillRect/>
          </a:stretch>
        </p:blipFill>
        <p:spPr>
          <a:xfrm>
            <a:off x="658659" y="655079"/>
            <a:ext cx="10874682" cy="554784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3E43A9FC-2110-2CB9-A363-11EE5FCEE65B}"/>
              </a:ext>
            </a:extLst>
          </p:cNvPr>
          <p:cNvPicPr>
            <a:picLocks noChangeAspect="1"/>
          </p:cNvPicPr>
          <p:nvPr/>
        </p:nvPicPr>
        <p:blipFill>
          <a:blip r:embed="rId3"/>
          <a:stretch>
            <a:fillRect/>
          </a:stretch>
        </p:blipFill>
        <p:spPr>
          <a:xfrm>
            <a:off x="681521" y="967526"/>
            <a:ext cx="10828958" cy="492294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1614B8-B4CE-9B24-C4DC-C1A28D373E7E}"/>
              </a:ext>
            </a:extLst>
          </p:cNvPr>
          <p:cNvPicPr>
            <a:picLocks noChangeAspect="1"/>
          </p:cNvPicPr>
          <p:nvPr/>
        </p:nvPicPr>
        <p:blipFill>
          <a:blip r:embed="rId2"/>
          <a:stretch>
            <a:fillRect/>
          </a:stretch>
        </p:blipFill>
        <p:spPr>
          <a:xfrm>
            <a:off x="700572" y="529338"/>
            <a:ext cx="10790855" cy="5799323"/>
          </a:xfrm>
          <a:prstGeom prst="rect">
            <a:avLst/>
          </a:prstGeom>
        </p:spPr>
      </p:pic>
    </p:spTree>
    <p:extLst>
      <p:ext uri="{BB962C8B-B14F-4D97-AF65-F5344CB8AC3E}">
        <p14:creationId xmlns:p14="http://schemas.microsoft.com/office/powerpoint/2010/main" val="1810583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70318"/>
          </a:xfrm>
          <a:prstGeom prst="rect">
            <a:avLst/>
          </a:prstGeom>
          <a:noFill/>
        </p:spPr>
        <p:txBody>
          <a:bodyPr wrap="square" rtlCol="0">
            <a:spAutoFit/>
          </a:bodyPr>
          <a:lstStyle/>
          <a:p>
            <a:r>
              <a:rPr lang="en-IN" dirty="0"/>
              <a:t>The proposed </a:t>
            </a:r>
            <a:r>
              <a:rPr lang="en-IN" b="1" dirty="0"/>
              <a:t>Improved Source of Drinking Water Analysis</a:t>
            </a:r>
            <a:r>
              <a:rPr lang="en-IN" dirty="0"/>
              <a:t> stands out by combining </a:t>
            </a:r>
            <a:r>
              <a:rPr lang="en-IN" b="1" dirty="0"/>
              <a:t>comprehensive data analytics, regional comparison, trend analysis, and socioeconomic insights</a:t>
            </a:r>
            <a:r>
              <a:rPr lang="en-IN" dirty="0"/>
              <a:t> into a single analytical solution.</a:t>
            </a:r>
          </a:p>
          <a:p>
            <a:r>
              <a:rPr lang="en-IN" b="1" dirty="0"/>
              <a:t>Multi-Dimensional Analysis</a:t>
            </a:r>
            <a:r>
              <a:rPr lang="en-IN" dirty="0"/>
              <a:t> – Analyses drinking water access from multiple perspectives, including state, district, rural–urban, regional, and year-wise comparisons.</a:t>
            </a:r>
          </a:p>
          <a:p>
            <a:r>
              <a:rPr lang="en-IN" b="1" dirty="0"/>
              <a:t>Rural–Urban Gap Analysis</a:t>
            </a:r>
            <a:r>
              <a:rPr lang="en-IN" dirty="0"/>
              <a:t> – Identifies differences in drinking water access between rural and urban populations and highlights accessibility gaps.</a:t>
            </a:r>
          </a:p>
          <a:p>
            <a:r>
              <a:rPr lang="en-IN" b="1" dirty="0"/>
              <a:t>Trend-Based Insights</a:t>
            </a:r>
            <a:r>
              <a:rPr lang="en-IN" dirty="0"/>
              <a:t> – Examines changes across different years to identify improvement patterns in access to improved drinking water sources.</a:t>
            </a:r>
          </a:p>
          <a:p>
            <a:r>
              <a:rPr lang="en-IN" b="1" dirty="0"/>
              <a:t>Socioeconomic Relationship Analysis</a:t>
            </a:r>
            <a:r>
              <a:rPr lang="en-IN" dirty="0"/>
              <a:t> – Studies relationships between water access and factors such as </a:t>
            </a:r>
            <a:r>
              <a:rPr lang="en-IN" b="1" dirty="0"/>
              <a:t>literacy, income, sanitation, and clean fuel availability</a:t>
            </a:r>
            <a:r>
              <a:rPr lang="en-IN" dirty="0"/>
              <a:t>.</a:t>
            </a:r>
          </a:p>
          <a:p>
            <a:r>
              <a:rPr lang="en-IN" b="1" dirty="0"/>
              <a:t>State-Level Comparison</a:t>
            </a:r>
            <a:r>
              <a:rPr lang="en-IN" dirty="0"/>
              <a:t> – Identifies high-performing and low-performing states and helps highlight regions requiring further improvement.</a:t>
            </a:r>
          </a:p>
          <a:p>
            <a:r>
              <a:rPr lang="en-IN" b="1" dirty="0"/>
              <a:t>Interactive Visualization</a:t>
            </a:r>
            <a:r>
              <a:rPr lang="en-IN" dirty="0"/>
              <a:t> – Presents complex analytical results through charts and an interactive </a:t>
            </a:r>
            <a:r>
              <a:rPr lang="en-IN" b="1" dirty="0"/>
              <a:t>Stream lit dashboard</a:t>
            </a:r>
            <a:r>
              <a:rPr lang="en-IN" dirty="0"/>
              <a:t>, making insights easier to understand.</a:t>
            </a:r>
          </a:p>
          <a:p>
            <a:r>
              <a:rPr lang="en-IN" b="1" dirty="0"/>
              <a:t>AI-Assisted Development</a:t>
            </a:r>
            <a:r>
              <a:rPr lang="en-IN" dirty="0"/>
              <a:t> – Uses </a:t>
            </a:r>
            <a:r>
              <a:rPr lang="en-IN" b="1" dirty="0"/>
              <a:t>IBM Bob</a:t>
            </a:r>
            <a:r>
              <a:rPr lang="en-IN" dirty="0"/>
              <a:t> for code generation, debugging, analysis assistance, validation, and documentation.</a:t>
            </a:r>
          </a:p>
          <a:p>
            <a:r>
              <a:rPr lang="en-IN" b="1" dirty="0"/>
              <a:t>Cloud Integration</a:t>
            </a:r>
            <a:r>
              <a:rPr lang="en-IN" dirty="0"/>
              <a:t> – Connects the project with </a:t>
            </a:r>
            <a:r>
              <a:rPr lang="en-IN" b="1" dirty="0"/>
              <a:t>IBM watsonx.ai Runtime and IBM Cloud</a:t>
            </a:r>
            <a:r>
              <a:rPr lang="en-IN" dirty="0"/>
              <a:t>, providing a foundation for future cloud-based enhancements.</a:t>
            </a:r>
          </a:p>
          <a:p>
            <a:r>
              <a:rPr lang="en-IN" dirty="0"/>
              <a:t>This makes the solution a </a:t>
            </a:r>
            <a:r>
              <a:rPr lang="en-IN" b="1" dirty="0"/>
              <a:t>data-driven, interactive, and scalable drinking water analysis system</a:t>
            </a:r>
            <a:r>
              <a:rPr lang="en-IN" dirty="0"/>
              <a:t>, rather than a simple static statistical report.</a:t>
            </a:r>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770688"/>
            <a:ext cx="10363676" cy="2021673"/>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p>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lvl="0">
              <a:lnSpc>
                <a:spcPct val="157142"/>
              </a:lnSpc>
              <a:buClr>
                <a:srgbClr val="051D3A"/>
              </a:buClr>
              <a:buSzPts val="3500"/>
            </a:pPr>
            <a:r>
              <a:rPr lang="en-IN" sz="2400" dirty="0">
                <a:sym typeface="Times New Roman"/>
              </a:rPr>
              <a:t>https://github.com/mounika26-prog/Improved-Source-of-Drinking-Water</a:t>
            </a:r>
            <a:endParaRPr sz="2400"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10363676" cy="5215556"/>
          </a:xfrm>
          <a:prstGeom prst="rect">
            <a:avLst/>
          </a:prstGeom>
          <a:noFill/>
          <a:ln>
            <a:noFill/>
          </a:ln>
        </p:spPr>
        <p:txBody>
          <a:bodyPr spcFirstLastPara="1" wrap="square" lIns="0" tIns="0" rIns="0" bIns="0" anchor="t" anchorCtr="0">
            <a:noAutofit/>
          </a:bodyPr>
          <a:lstStyle/>
          <a:p>
            <a:r>
              <a:rPr lang="en-IN" sz="2000" b="1" dirty="0"/>
              <a:t>1. Real-Time Government &amp; Public Data Integration –</a:t>
            </a:r>
            <a:br>
              <a:rPr lang="en-IN" sz="2000" dirty="0"/>
            </a:br>
            <a:r>
              <a:rPr lang="en-IN" sz="2000" dirty="0"/>
              <a:t>The system can be integrated with updated government and public datasets to continuously monitor drinking water access and identify newly emerging regional gaps. This will help provide more current and reliable insights for planning and decision-making.</a:t>
            </a:r>
          </a:p>
          <a:p>
            <a:r>
              <a:rPr lang="en-IN" sz="2000" b="1" dirty="0"/>
              <a:t>2. AI-Powered Predictive Analysis –</a:t>
            </a:r>
            <a:br>
              <a:rPr lang="en-IN" sz="2000" dirty="0"/>
            </a:br>
            <a:r>
              <a:rPr lang="en-IN" sz="2000" dirty="0"/>
              <a:t>The system can be enhanced with machine learning and AI techniques to predict future drinking water access trends and identify regions that may require additional attention or resources.</a:t>
            </a:r>
          </a:p>
          <a:p>
            <a:r>
              <a:rPr lang="en-IN" sz="2000" b="1" dirty="0"/>
              <a:t>3. GIS &amp; Location-Based Visualization –</a:t>
            </a:r>
            <a:br>
              <a:rPr lang="en-IN" sz="2000" dirty="0"/>
            </a:br>
            <a:r>
              <a:rPr lang="en-IN" sz="2000" dirty="0"/>
              <a:t>Integration with GIS and interactive maps can help visualize drinking water accessibility at state, district, and local levels, making it easier to identify underserved regions geographically.</a:t>
            </a:r>
          </a:p>
          <a:p>
            <a:r>
              <a:rPr lang="en-IN" sz="2000" b="1" dirty="0"/>
              <a:t>4. Multilingual &amp; Voice-Based Access –</a:t>
            </a:r>
            <a:br>
              <a:rPr lang="en-IN" sz="2000" dirty="0"/>
            </a:br>
            <a:r>
              <a:rPr lang="en-IN" sz="2000" dirty="0"/>
              <a:t>Adding multilingual and voice-based interaction can make the system more accessible to users and decision-makers from different linguistic backgrounds.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a:t>
            </a:r>
          </a:p>
        </p:txBody>
      </p:sp>
      <p:pic>
        <p:nvPicPr>
          <p:cNvPr id="4" name="Picture 3">
            <a:extLst>
              <a:ext uri="{FF2B5EF4-FFF2-40B4-BE49-F238E27FC236}">
                <a16:creationId xmlns:a16="http://schemas.microsoft.com/office/drawing/2014/main" id="{1844234F-18F0-1D3C-2251-0071A1313933}"/>
              </a:ext>
            </a:extLst>
          </p:cNvPr>
          <p:cNvPicPr>
            <a:picLocks noChangeAspect="1"/>
          </p:cNvPicPr>
          <p:nvPr/>
        </p:nvPicPr>
        <p:blipFill>
          <a:blip r:embed="rId2"/>
          <a:stretch>
            <a:fillRect/>
          </a:stretch>
        </p:blipFill>
        <p:spPr>
          <a:xfrm>
            <a:off x="698090" y="1151726"/>
            <a:ext cx="11071123" cy="567608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 IBM BOB Certificate</a:t>
            </a:r>
          </a:p>
        </p:txBody>
      </p:sp>
      <p:pic>
        <p:nvPicPr>
          <p:cNvPr id="8" name="Picture 7">
            <a:extLst>
              <a:ext uri="{FF2B5EF4-FFF2-40B4-BE49-F238E27FC236}">
                <a16:creationId xmlns:a16="http://schemas.microsoft.com/office/drawing/2014/main" id="{38C83EC4-3D72-7EEE-8733-4D468534FEF0}"/>
              </a:ext>
            </a:extLst>
          </p:cNvPr>
          <p:cNvPicPr>
            <a:picLocks noChangeAspect="1"/>
          </p:cNvPicPr>
          <p:nvPr/>
        </p:nvPicPr>
        <p:blipFill>
          <a:blip r:embed="rId2"/>
          <a:stretch>
            <a:fillRect/>
          </a:stretch>
        </p:blipFill>
        <p:spPr>
          <a:xfrm>
            <a:off x="1428345" y="1200580"/>
            <a:ext cx="9652610" cy="543102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1527</Words>
  <Application>Microsoft Office PowerPoint</Application>
  <PresentationFormat>Widescreen</PresentationFormat>
  <Paragraphs>125</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Mounika Rajala</cp:lastModifiedBy>
  <cp:revision>4</cp:revision>
  <dcterms:created xsi:type="dcterms:W3CDTF">2025-07-08T05:06:56Z</dcterms:created>
  <dcterms:modified xsi:type="dcterms:W3CDTF">2026-09-11T14:20:28Z</dcterms:modified>
</cp:coreProperties>
</file>